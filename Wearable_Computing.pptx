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548640"/>
            <a:ext cx="1097280" cy="1097280"/>
          </a:xfrm>
          <a:prstGeom prst="ellipse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52760" y="1417320"/>
            <a:ext cx="640080" cy="640080"/>
          </a:xfrm>
          <a:prstGeom prst="ellipse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6002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Wearable Computing &amp;</a:t>
            </a:r>
            <a:br>
              <a:rPr dirty="0"/>
            </a:br>
            <a:r>
              <a:rPr dirty="0"/>
              <a:t>Smart Wearable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EDCF5"/>
                </a:solidFill>
              </a:defRPr>
            </a:pPr>
            <a:r>
              <a:t>Seminar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Emerging Technology • IoT • Sensors • AI</a:t>
            </a:r>
          </a:p>
        </p:txBody>
      </p:sp>
      <p:pic>
        <p:nvPicPr>
          <p:cNvPr id="9" name="Picture 8" descr="wearables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25979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1. Introduction to the Emerging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575" y="1338989"/>
            <a:ext cx="806752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232B34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computing means integrating computing, sensors and communication into devices worn on the body.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232B34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wearables collect data from the user and environment, process it, and provide useful feedback.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232B34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smartwatches, fitness bands, smart glasses, smart rings and connected medical devices.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232B34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combine IoT, wireless communication, mobile apps, cloud computing and increasingly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pic>
        <p:nvPicPr>
          <p:cNvPr id="7" name="Picture 6" descr="wearables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1774597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0936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Image source: Wearable device showcase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2. Need and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66360" cy="173736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73736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Continuous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48188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Track activity, location and selected body signals without interrupting daily life.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5166360" cy="173736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59" y="1417320"/>
            <a:ext cx="73152" cy="173736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7" y="15636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Instant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7" y="1984248"/>
            <a:ext cx="48188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Give alerts, reminders, navigation and notifications directly to the 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166360" cy="173736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73152" cy="173736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7124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Personalization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133088"/>
            <a:ext cx="48188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Use collected data to provide recommendations and adaptive experiences.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566160"/>
            <a:ext cx="5166360" cy="173736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3566160"/>
            <a:ext cx="73152" cy="173736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7" y="37124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Connected Living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4133088"/>
            <a:ext cx="48188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Connect people, smartphones, cloud services and smart environments.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3. Working Principle /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11680" cy="21488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73152" cy="214884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395728"/>
            <a:ext cx="16642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Capture motion, heart rate,</a:t>
            </a:r>
            <a:br/>
            <a:r>
              <a:t>location, temperature, etc.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2606040"/>
            <a:ext cx="274320" cy="41148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88920" y="1828800"/>
            <a:ext cx="2011680" cy="21488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8920" y="1828800"/>
            <a:ext cx="73152" cy="214884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Wearable 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395728"/>
            <a:ext cx="16642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Filters and analyzes</a:t>
            </a:r>
            <a:br/>
            <a:r>
              <a:t>sensor readings.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600" y="2606040"/>
            <a:ext cx="274320" cy="41148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2011680" cy="21488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1828800"/>
            <a:ext cx="73152" cy="214884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608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Wireless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395728"/>
            <a:ext cx="16642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Bluetooth / Wi-Fi / NFC</a:t>
            </a:r>
            <a:br/>
            <a:r>
              <a:t>transfers information.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86600" y="2606040"/>
            <a:ext cx="274320" cy="41148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20" y="1828800"/>
            <a:ext cx="2011680" cy="21488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60920" y="1828800"/>
            <a:ext cx="73152" cy="214884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6208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Phone /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395728"/>
            <a:ext cx="16642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Stores data and runs</a:t>
            </a:r>
            <a:br/>
            <a:r>
              <a:t>advanced analytics.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72600" y="2606040"/>
            <a:ext cx="274320" cy="41148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46920" y="1828800"/>
            <a:ext cx="2011680" cy="21488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46920" y="1828800"/>
            <a:ext cx="73152" cy="214884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4808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User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395728"/>
            <a:ext cx="16642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App dashboard, vibration,</a:t>
            </a:r>
            <a:br/>
            <a:r>
              <a:t>sound or visual alert.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2233E"/>
                </a:solidFill>
              </a:defRPr>
            </a:pPr>
            <a:r>
              <a:rPr dirty="0"/>
              <a:t>Basic flow: Sense → Process → Communicate → Analyze → Respond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pic>
        <p:nvPicPr>
          <p:cNvPr id="31" name="Picture 30" descr="sensor_d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131" y="5243537"/>
            <a:ext cx="3029469" cy="111154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0080" y="63367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Image source: JoVE smartwatch sensor-data illustration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4. Key Components and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92024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92807"/>
            <a:ext cx="3081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Accelerometer, gyroscope, optical sensors, GPS, temperature and other sensors.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42900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92024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47218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892807"/>
            <a:ext cx="3081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Microcontrollers, low-power processors and edge computing.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42900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73152" cy="192024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147218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Connectivity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892807"/>
            <a:ext cx="3081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Bluetooth Low Energy, Wi-Fi, NFC, cellular and other wireless technologies.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342900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73152" cy="192024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803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224528"/>
            <a:ext cx="3081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Mobile apps, cloud platforms, dashboards and device operating 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57600"/>
            <a:ext cx="342900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657600"/>
            <a:ext cx="73152" cy="192024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3803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AI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224528"/>
            <a:ext cx="3081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Pattern recognition, prediction, personalization and anomaly detection.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657600"/>
            <a:ext cx="342900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73152" cy="192024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0768" y="3803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Power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224528"/>
            <a:ext cx="3081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Rechargeable batteries and power-efficient hardware/software design.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80644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Image source: Smartwatch internal-design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5. Applications / 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659695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 remote monitoring, medication reminders, activity tracking and emergency alerts.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&amp; Sports: workout tracking, heart-rate monitoring, performance analysis and coaching.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Safety: location sharing, fall detection, SOS alerts and worker safety monitoring.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&amp; Smart Glasses: hands-free directions, visual information and assisted tasks.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 &amp; Industry: equipment support, hands-free instructions and condition monitoring.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Everyday Life: payments, notifications, sleep/activity tracking and smart-home interaction.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pic>
        <p:nvPicPr>
          <p:cNvPr id="8" name="Picture 7" descr="wearables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77924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6. Advantages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38912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438912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486460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• Continuous and convenient monitoring</a:t>
            </a:r>
            <a:br/>
            <a:r>
              <a:t>• Hands-free access to information</a:t>
            </a:r>
            <a:br/>
            <a:r>
              <a:t>• Faster alerts and notifications</a:t>
            </a:r>
            <a:br/>
            <a:r>
              <a:t>• Personalized user experiences</a:t>
            </a:r>
            <a:br/>
            <a:r>
              <a:t>• Supports health, fitness and safety</a:t>
            </a:r>
            <a:br/>
            <a:r>
              <a:t>• Enables new human–computer interactions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12080" cy="438912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73152" cy="438912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5179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938528"/>
            <a:ext cx="486460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• Battery life and charging requirements</a:t>
            </a:r>
            <a:br/>
            <a:r>
              <a:t>• Privacy and data-security concerns</a:t>
            </a:r>
            <a:br/>
            <a:r>
              <a:t>• Sensor accuracy can vary</a:t>
            </a:r>
            <a:br/>
            <a:r>
              <a:t>• Device cost and maintenance</a:t>
            </a:r>
            <a:br/>
            <a:r>
              <a:t>• Comfort, size and usability issues</a:t>
            </a:r>
            <a:br/>
            <a:r>
              <a:t>• Dependence on connectivity for some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8. Challenges and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448056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4480560"/>
          </a:xfrm>
          <a:prstGeom prst="rect">
            <a:avLst/>
          </a:prstGeom>
          <a:solidFill>
            <a:srgbClr val="2A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72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Major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92807"/>
            <a:ext cx="486460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• Protecting personal and biometric data</a:t>
            </a:r>
            <a:br/>
            <a:r>
              <a:t>• Improving battery life</a:t>
            </a:r>
            <a:br/>
            <a:r>
              <a:t>• Maintaining sensor accuracy</a:t>
            </a:r>
            <a:br/>
            <a:r>
              <a:t>• Reducing device size and weight</a:t>
            </a:r>
            <a:br/>
            <a:r>
              <a:t>• Ensuring interoperability</a:t>
            </a:r>
            <a:br/>
            <a:r>
              <a:t>• Building trust in AI-generated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F1F7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4480560"/>
          </a:xfrm>
          <a:prstGeom prst="rect">
            <a:avLst/>
          </a:prstGeom>
          <a:solidFill>
            <a:srgbClr val="32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472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E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892807"/>
            <a:ext cx="486460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• More natural human–computer interaction</a:t>
            </a:r>
            <a:br/>
            <a:r>
              <a:t>• Flexible and skin-friendly electronics</a:t>
            </a:r>
            <a:br/>
            <a:r>
              <a:t>• Better on-device AI</a:t>
            </a:r>
            <a:br/>
            <a:r>
              <a:t>• Wider healthcare and workplace adoption</a:t>
            </a:r>
            <a:br/>
            <a:r>
              <a:t>• Smarter context-aware assistants</a:t>
            </a:r>
            <a:br/>
            <a:r>
              <a:t>• Integration with smart homes, vehicles and cities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9. Case Study / Example: Smartwatch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A smartwatch combines sensors, a processor, wireless connectivity, display and battery in a wearable form.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Step 1 — Sensors collect movement and selected physiological/environmental data.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Step 2 — The device processes readings and detects useful events or patterns.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Step 3 — Bluetooth/Wi-Fi can synchronize information with a smartphone or cloud service.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Step 4 — The user receives dashboards, reminders, notifications or alerts.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Key lesson: a wearable becomes 'smart' when sensing, processing, connectivity and useful feedback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sensor_d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4151687"/>
            <a:ext cx="4297680" cy="2159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Wearable computing is transforming computers from devices we hold into systems we can wear and interact with naturally.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Smart wearables combine sensors, embedded computing, wireless communication, apps, cloud services and AI.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They are useful across healthcare, fitness, safety, industry, navigation and everyday life.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The next generation will focus on smaller devices, better batteries, stronger privacy, smarter AI and more natural interaction.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749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A6EBE"/>
                </a:solidFill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E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1. IEEE — Resources on wearable computing, sensors and Internet of Things.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2. NIST — Guidance and research related to cybersecurity and privacy in connected devices.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3. World Health Organization — Digital health and wearable technology resources.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4. Bluetooth SIG — Bluetooth Low Energy technology documentation.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5. Standard textbooks and academic research papers on Internet of Things, embedded systems and human–computer interaction.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83480"/>
            <a:ext cx="10698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E"/>
                </a:solidFill>
              </a:defRPr>
            </a:pPr>
            <a:r>
              <a:t>Image sources used:</a:t>
            </a:r>
          </a:p>
          <a:p>
            <a:pPr>
              <a:spcAft>
                <a:spcPts val="400"/>
              </a:spcAft>
              <a:defRPr sz="1050">
                <a:solidFill>
                  <a:srgbClr val="646E78"/>
                </a:solidFill>
              </a:defRPr>
            </a:pPr>
            <a:r>
              <a:t>JoVE — smartwatch accelerometer, gyroscope, heart-rate and light-sensor illustration.</a:t>
            </a:r>
          </a:p>
          <a:p>
            <a:pPr>
              <a:spcAft>
                <a:spcPts val="400"/>
              </a:spcAft>
              <a:defRPr sz="1050">
                <a:solidFill>
                  <a:srgbClr val="646E78"/>
                </a:solidFill>
              </a:defRPr>
            </a:pPr>
            <a:r>
              <a:t>Gigantti — wearable device showcase image.</a:t>
            </a:r>
          </a:p>
          <a:p>
            <a:pPr>
              <a:spcAft>
                <a:spcPts val="400"/>
              </a:spcAft>
              <a:defRPr sz="1050">
                <a:solidFill>
                  <a:srgbClr val="646E78"/>
                </a:solidFill>
              </a:defRPr>
            </a:pPr>
            <a:r>
              <a:t>ResearchGate — smartwatch internal design diagram.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891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Sowmiya Mohan</dc:creator>
  <cp:keywords/>
  <dc:description>generated using python-pptx</dc:description>
  <cp:lastModifiedBy>Sowmiya Mohan</cp:lastModifiedBy>
  <cp:revision>2</cp:revision>
  <dcterms:created xsi:type="dcterms:W3CDTF">2013-01-27T09:14:16Z</dcterms:created>
  <dcterms:modified xsi:type="dcterms:W3CDTF">2026-08-24T05:49:06Z</dcterms:modified>
  <cp:category/>
</cp:coreProperties>
</file>